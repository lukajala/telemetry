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63" r:id="rId6"/>
    <p:sldId id="269" r:id="rId7"/>
    <p:sldId id="272" r:id="rId8"/>
    <p:sldId id="27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BB08A-6A28-44CD-AAB4-38230E2BB078}" v="37" dt="2026-04-05T21:24:41.6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ha, Abdallah" userId="ae9e2865-e558-47ce-8938-8942004acd9c" providerId="ADAL" clId="{C1EC04BC-7116-49A5-9CC9-6BDA7001E097}"/>
    <pc:docChg chg="undo redo custSel addSld delSld modSld">
      <pc:chgData name="Daha, Abdallah" userId="ae9e2865-e558-47ce-8938-8942004acd9c" providerId="ADAL" clId="{C1EC04BC-7116-49A5-9CC9-6BDA7001E097}" dt="2026-04-05T21:26:03.140" v="1363" actId="20577"/>
      <pc:docMkLst>
        <pc:docMk/>
      </pc:docMkLst>
      <pc:sldChg chg="modSp mod">
        <pc:chgData name="Daha, Abdallah" userId="ae9e2865-e558-47ce-8938-8942004acd9c" providerId="ADAL" clId="{C1EC04BC-7116-49A5-9CC9-6BDA7001E097}" dt="2026-04-05T20:49:26.477" v="138" actId="20577"/>
        <pc:sldMkLst>
          <pc:docMk/>
          <pc:sldMk cId="0" sldId="256"/>
        </pc:sldMkLst>
        <pc:spChg chg="mod">
          <ac:chgData name="Daha, Abdallah" userId="ae9e2865-e558-47ce-8938-8942004acd9c" providerId="ADAL" clId="{C1EC04BC-7116-49A5-9CC9-6BDA7001E097}" dt="2026-04-05T20:43:12.969" v="82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Daha, Abdallah" userId="ae9e2865-e558-47ce-8938-8942004acd9c" providerId="ADAL" clId="{C1EC04BC-7116-49A5-9CC9-6BDA7001E097}" dt="2026-04-05T20:49:26.477" v="138" actId="20577"/>
          <ac:spMkLst>
            <pc:docMk/>
            <pc:sldMk cId="0" sldId="256"/>
            <ac:spMk id="6" creationId="{00000000-0000-0000-0000-000000000000}"/>
          </ac:spMkLst>
        </pc:spChg>
        <pc:picChg chg="mod">
          <ac:chgData name="Daha, Abdallah" userId="ae9e2865-e558-47ce-8938-8942004acd9c" providerId="ADAL" clId="{C1EC04BC-7116-49A5-9CC9-6BDA7001E097}" dt="2026-04-05T20:43:08.850" v="81" actId="1076"/>
          <ac:picMkLst>
            <pc:docMk/>
            <pc:sldMk cId="0" sldId="256"/>
            <ac:picMk id="4" creationId="{00000000-0000-0000-0000-000000000000}"/>
          </ac:picMkLst>
        </pc:picChg>
      </pc:sldChg>
      <pc:sldChg chg="del">
        <pc:chgData name="Daha, Abdallah" userId="ae9e2865-e558-47ce-8938-8942004acd9c" providerId="ADAL" clId="{C1EC04BC-7116-49A5-9CC9-6BDA7001E097}" dt="2026-04-05T20:44:14.643" v="89" actId="47"/>
        <pc:sldMkLst>
          <pc:docMk/>
          <pc:sldMk cId="0" sldId="257"/>
        </pc:sldMkLst>
      </pc:sldChg>
      <pc:sldChg chg="del">
        <pc:chgData name="Daha, Abdallah" userId="ae9e2865-e558-47ce-8938-8942004acd9c" providerId="ADAL" clId="{C1EC04BC-7116-49A5-9CC9-6BDA7001E097}" dt="2026-04-05T20:44:15.608" v="90" actId="47"/>
        <pc:sldMkLst>
          <pc:docMk/>
          <pc:sldMk cId="0" sldId="258"/>
        </pc:sldMkLst>
      </pc:sldChg>
      <pc:sldChg chg="addSp delSp modSp del mod">
        <pc:chgData name="Daha, Abdallah" userId="ae9e2865-e558-47ce-8938-8942004acd9c" providerId="ADAL" clId="{C1EC04BC-7116-49A5-9CC9-6BDA7001E097}" dt="2026-04-05T20:47:29.847" v="105"/>
        <pc:sldMkLst>
          <pc:docMk/>
          <pc:sldMk cId="0" sldId="259"/>
        </pc:sldMkLst>
        <pc:spChg chg="del">
          <ac:chgData name="Daha, Abdallah" userId="ae9e2865-e558-47ce-8938-8942004acd9c" providerId="ADAL" clId="{C1EC04BC-7116-49A5-9CC9-6BDA7001E097}" dt="2026-04-05T20:45:43.781" v="100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Daha, Abdallah" userId="ae9e2865-e558-47ce-8938-8942004acd9c" providerId="ADAL" clId="{C1EC04BC-7116-49A5-9CC9-6BDA7001E097}" dt="2026-04-05T20:45:36.352" v="96" actId="478"/>
          <ac:spMkLst>
            <pc:docMk/>
            <pc:sldMk cId="0" sldId="259"/>
            <ac:spMk id="9" creationId="{00000000-0000-0000-0000-000000000000}"/>
          </ac:spMkLst>
        </pc:spChg>
        <pc:picChg chg="del">
          <ac:chgData name="Daha, Abdallah" userId="ae9e2865-e558-47ce-8938-8942004acd9c" providerId="ADAL" clId="{C1EC04BC-7116-49A5-9CC9-6BDA7001E097}" dt="2026-04-05T20:45:37.882" v="97" actId="478"/>
          <ac:picMkLst>
            <pc:docMk/>
            <pc:sldMk cId="0" sldId="259"/>
            <ac:picMk id="8" creationId="{00000000-0000-0000-0000-000000000000}"/>
          </ac:picMkLst>
        </pc:picChg>
        <pc:picChg chg="add del mod">
          <ac:chgData name="Daha, Abdallah" userId="ae9e2865-e558-47ce-8938-8942004acd9c" providerId="ADAL" clId="{C1EC04BC-7116-49A5-9CC9-6BDA7001E097}" dt="2026-04-05T20:44:44.767" v="93" actId="478"/>
          <ac:picMkLst>
            <pc:docMk/>
            <pc:sldMk cId="0" sldId="259"/>
            <ac:picMk id="13" creationId="{E15F6CBE-3D0D-059B-1BC7-490E16585CCC}"/>
          </ac:picMkLst>
        </pc:picChg>
        <pc:picChg chg="add del">
          <ac:chgData name="Daha, Abdallah" userId="ae9e2865-e558-47ce-8938-8942004acd9c" providerId="ADAL" clId="{C1EC04BC-7116-49A5-9CC9-6BDA7001E097}" dt="2026-04-05T20:45:32.969" v="95" actId="22"/>
          <ac:picMkLst>
            <pc:docMk/>
            <pc:sldMk cId="0" sldId="259"/>
            <ac:picMk id="15" creationId="{5F557FAB-1E33-BCAB-9128-FE450AA09DAC}"/>
          </ac:picMkLst>
        </pc:picChg>
        <pc:picChg chg="add mod">
          <ac:chgData name="Daha, Abdallah" userId="ae9e2865-e558-47ce-8938-8942004acd9c" providerId="ADAL" clId="{C1EC04BC-7116-49A5-9CC9-6BDA7001E097}" dt="2026-04-05T20:45:48.093" v="103" actId="1076"/>
          <ac:picMkLst>
            <pc:docMk/>
            <pc:sldMk cId="0" sldId="259"/>
            <ac:picMk id="17" creationId="{C203094D-63DA-3407-874F-847D46175381}"/>
          </ac:picMkLst>
        </pc:picChg>
      </pc:sldChg>
      <pc:sldChg chg="del">
        <pc:chgData name="Daha, Abdallah" userId="ae9e2865-e558-47ce-8938-8942004acd9c" providerId="ADAL" clId="{C1EC04BC-7116-49A5-9CC9-6BDA7001E097}" dt="2026-04-05T20:44:11.249" v="88" actId="47"/>
        <pc:sldMkLst>
          <pc:docMk/>
          <pc:sldMk cId="0" sldId="260"/>
        </pc:sldMkLst>
      </pc:sldChg>
      <pc:sldChg chg="modSp add del mod">
        <pc:chgData name="Daha, Abdallah" userId="ae9e2865-e558-47ce-8938-8942004acd9c" providerId="ADAL" clId="{C1EC04BC-7116-49A5-9CC9-6BDA7001E097}" dt="2026-04-05T20:48:33.922" v="110"/>
        <pc:sldMkLst>
          <pc:docMk/>
          <pc:sldMk cId="279710151" sldId="260"/>
        </pc:sldMkLst>
        <pc:spChg chg="mod">
          <ac:chgData name="Daha, Abdallah" userId="ae9e2865-e558-47ce-8938-8942004acd9c" providerId="ADAL" clId="{C1EC04BC-7116-49A5-9CC9-6BDA7001E097}" dt="2026-04-05T20:48:28.791" v="106"/>
          <ac:spMkLst>
            <pc:docMk/>
            <pc:sldMk cId="279710151" sldId="260"/>
            <ac:spMk id="5" creationId="{00000000-0000-0000-0000-000000000000}"/>
          </ac:spMkLst>
        </pc:spChg>
        <pc:spChg chg="mod">
          <ac:chgData name="Daha, Abdallah" userId="ae9e2865-e558-47ce-8938-8942004acd9c" providerId="ADAL" clId="{C1EC04BC-7116-49A5-9CC9-6BDA7001E097}" dt="2026-04-05T20:48:28.791" v="108"/>
          <ac:spMkLst>
            <pc:docMk/>
            <pc:sldMk cId="279710151" sldId="260"/>
            <ac:spMk id="6" creationId="{00000000-0000-0000-0000-000000000000}"/>
          </ac:spMkLst>
        </pc:spChg>
      </pc:sldChg>
      <pc:sldChg chg="del">
        <pc:chgData name="Daha, Abdallah" userId="ae9e2865-e558-47ce-8938-8942004acd9c" providerId="ADAL" clId="{C1EC04BC-7116-49A5-9CC9-6BDA7001E097}" dt="2026-04-05T20:44:10.229" v="87" actId="47"/>
        <pc:sldMkLst>
          <pc:docMk/>
          <pc:sldMk cId="0" sldId="261"/>
        </pc:sldMkLst>
      </pc:sldChg>
      <pc:sldChg chg="add del">
        <pc:chgData name="Daha, Abdallah" userId="ae9e2865-e558-47ce-8938-8942004acd9c" providerId="ADAL" clId="{C1EC04BC-7116-49A5-9CC9-6BDA7001E097}" dt="2026-04-05T20:48:35.874" v="112"/>
        <pc:sldMkLst>
          <pc:docMk/>
          <pc:sldMk cId="949406442" sldId="261"/>
        </pc:sldMkLst>
      </pc:sldChg>
      <pc:sldChg chg="del">
        <pc:chgData name="Daha, Abdallah" userId="ae9e2865-e558-47ce-8938-8942004acd9c" providerId="ADAL" clId="{C1EC04BC-7116-49A5-9CC9-6BDA7001E097}" dt="2026-04-05T20:44:09.354" v="86" actId="47"/>
        <pc:sldMkLst>
          <pc:docMk/>
          <pc:sldMk cId="0" sldId="262"/>
        </pc:sldMkLst>
      </pc:sldChg>
      <pc:sldChg chg="modSp add del mod">
        <pc:chgData name="Daha, Abdallah" userId="ae9e2865-e558-47ce-8938-8942004acd9c" providerId="ADAL" clId="{C1EC04BC-7116-49A5-9CC9-6BDA7001E097}" dt="2026-04-05T20:49:42.211" v="140"/>
        <pc:sldMkLst>
          <pc:docMk/>
          <pc:sldMk cId="1973124887" sldId="262"/>
        </pc:sldMkLst>
        <pc:spChg chg="mod">
          <ac:chgData name="Daha, Abdallah" userId="ae9e2865-e558-47ce-8938-8942004acd9c" providerId="ADAL" clId="{C1EC04BC-7116-49A5-9CC9-6BDA7001E097}" dt="2026-04-05T20:48:47.256" v="117"/>
          <ac:spMkLst>
            <pc:docMk/>
            <pc:sldMk cId="1973124887" sldId="262"/>
            <ac:spMk id="5" creationId="{00000000-0000-0000-0000-000000000000}"/>
          </ac:spMkLst>
        </pc:spChg>
        <pc:spChg chg="mod">
          <ac:chgData name="Daha, Abdallah" userId="ae9e2865-e558-47ce-8938-8942004acd9c" providerId="ADAL" clId="{C1EC04BC-7116-49A5-9CC9-6BDA7001E097}" dt="2026-04-05T20:48:47.256" v="118"/>
          <ac:spMkLst>
            <pc:docMk/>
            <pc:sldMk cId="1973124887" sldId="262"/>
            <ac:spMk id="6" creationId="{00000000-0000-0000-0000-000000000000}"/>
          </ac:spMkLst>
        </pc:spChg>
        <pc:picChg chg="mod">
          <ac:chgData name="Daha, Abdallah" userId="ae9e2865-e558-47ce-8938-8942004acd9c" providerId="ADAL" clId="{C1EC04BC-7116-49A5-9CC9-6BDA7001E097}" dt="2026-04-05T20:48:47.256" v="116"/>
          <ac:picMkLst>
            <pc:docMk/>
            <pc:sldMk cId="1973124887" sldId="262"/>
            <ac:picMk id="17" creationId="{C203094D-63DA-3407-874F-847D46175381}"/>
          </ac:picMkLst>
        </pc:picChg>
      </pc:sldChg>
      <pc:sldChg chg="del">
        <pc:chgData name="Daha, Abdallah" userId="ae9e2865-e558-47ce-8938-8942004acd9c" providerId="ADAL" clId="{C1EC04BC-7116-49A5-9CC9-6BDA7001E097}" dt="2026-04-05T20:44:08.360" v="85" actId="47"/>
        <pc:sldMkLst>
          <pc:docMk/>
          <pc:sldMk cId="0" sldId="263"/>
        </pc:sldMkLst>
      </pc:sldChg>
      <pc:sldChg chg="addSp delSp modSp add del mod">
        <pc:chgData name="Daha, Abdallah" userId="ae9e2865-e558-47ce-8938-8942004acd9c" providerId="ADAL" clId="{C1EC04BC-7116-49A5-9CC9-6BDA7001E097}" dt="2026-04-05T21:17:24.925" v="1066" actId="14100"/>
        <pc:sldMkLst>
          <pc:docMk/>
          <pc:sldMk cId="3706887086" sldId="263"/>
        </pc:sldMkLst>
        <pc:spChg chg="mod">
          <ac:chgData name="Daha, Abdallah" userId="ae9e2865-e558-47ce-8938-8942004acd9c" providerId="ADAL" clId="{C1EC04BC-7116-49A5-9CC9-6BDA7001E097}" dt="2026-04-05T21:17:24.925" v="1066" actId="14100"/>
          <ac:spMkLst>
            <pc:docMk/>
            <pc:sldMk cId="3706887086" sldId="263"/>
            <ac:spMk id="6" creationId="{00000000-0000-0000-0000-000000000000}"/>
          </ac:spMkLst>
        </pc:spChg>
        <pc:spChg chg="add del mod">
          <ac:chgData name="Daha, Abdallah" userId="ae9e2865-e558-47ce-8938-8942004acd9c" providerId="ADAL" clId="{C1EC04BC-7116-49A5-9CC9-6BDA7001E097}" dt="2026-04-05T21:11:42.206" v="969" actId="15"/>
          <ac:spMkLst>
            <pc:docMk/>
            <pc:sldMk cId="3706887086" sldId="263"/>
            <ac:spMk id="7" creationId="{FE7D1351-0A17-9D20-9A52-9757CE105A8A}"/>
          </ac:spMkLst>
        </pc:spChg>
        <pc:graphicFrameChg chg="add mod">
          <ac:chgData name="Daha, Abdallah" userId="ae9e2865-e558-47ce-8938-8942004acd9c" providerId="ADAL" clId="{C1EC04BC-7116-49A5-9CC9-6BDA7001E097}" dt="2026-04-05T21:01:20.376" v="459"/>
          <ac:graphicFrameMkLst>
            <pc:docMk/>
            <pc:sldMk cId="3706887086" sldId="263"/>
            <ac:graphicFrameMk id="8" creationId="{03FE0793-ED65-516C-9328-64A5160861C2}"/>
          </ac:graphicFrameMkLst>
        </pc:graphicFrameChg>
        <pc:graphicFrameChg chg="add mod">
          <ac:chgData name="Daha, Abdallah" userId="ae9e2865-e558-47ce-8938-8942004acd9c" providerId="ADAL" clId="{C1EC04BC-7116-49A5-9CC9-6BDA7001E097}" dt="2026-04-05T21:07:35.371" v="789"/>
          <ac:graphicFrameMkLst>
            <pc:docMk/>
            <pc:sldMk cId="3706887086" sldId="263"/>
            <ac:graphicFrameMk id="9" creationId="{52C5DD66-0CAF-9AB4-10FC-9DE2FEC80505}"/>
          </ac:graphicFrameMkLst>
        </pc:graphicFrameChg>
        <pc:graphicFrameChg chg="add mod">
          <ac:chgData name="Daha, Abdallah" userId="ae9e2865-e558-47ce-8938-8942004acd9c" providerId="ADAL" clId="{C1EC04BC-7116-49A5-9CC9-6BDA7001E097}" dt="2026-04-05T21:09:35.594" v="852"/>
          <ac:graphicFrameMkLst>
            <pc:docMk/>
            <pc:sldMk cId="3706887086" sldId="263"/>
            <ac:graphicFrameMk id="12" creationId="{32DE5F3D-AC07-61E6-020C-07FECE3C2030}"/>
          </ac:graphicFrameMkLst>
        </pc:graphicFrameChg>
        <pc:picChg chg="mod">
          <ac:chgData name="Daha, Abdallah" userId="ae9e2865-e558-47ce-8938-8942004acd9c" providerId="ADAL" clId="{C1EC04BC-7116-49A5-9CC9-6BDA7001E097}" dt="2026-04-05T21:11:30.155" v="961" actId="1076"/>
          <ac:picMkLst>
            <pc:docMk/>
            <pc:sldMk cId="3706887086" sldId="263"/>
            <ac:picMk id="17" creationId="{C203094D-63DA-3407-874F-847D46175381}"/>
          </ac:picMkLst>
        </pc:picChg>
      </pc:sldChg>
      <pc:sldChg chg="del">
        <pc:chgData name="Daha, Abdallah" userId="ae9e2865-e558-47ce-8938-8942004acd9c" providerId="ADAL" clId="{C1EC04BC-7116-49A5-9CC9-6BDA7001E097}" dt="2026-04-05T20:44:07.558" v="84" actId="47"/>
        <pc:sldMkLst>
          <pc:docMk/>
          <pc:sldMk cId="0" sldId="264"/>
        </pc:sldMkLst>
      </pc:sldChg>
      <pc:sldChg chg="add del setBg">
        <pc:chgData name="Daha, Abdallah" userId="ae9e2865-e558-47ce-8938-8942004acd9c" providerId="ADAL" clId="{C1EC04BC-7116-49A5-9CC9-6BDA7001E097}" dt="2026-04-05T20:54:44.261" v="233" actId="47"/>
        <pc:sldMkLst>
          <pc:docMk/>
          <pc:sldMk cId="153020260" sldId="264"/>
        </pc:sldMkLst>
      </pc:sldChg>
      <pc:sldChg chg="delSp modSp add del mod">
        <pc:chgData name="Daha, Abdallah" userId="ae9e2865-e558-47ce-8938-8942004acd9c" providerId="ADAL" clId="{C1EC04BC-7116-49A5-9CC9-6BDA7001E097}" dt="2026-04-05T20:58:38.524" v="262"/>
        <pc:sldMkLst>
          <pc:docMk/>
          <pc:sldMk cId="2435162109" sldId="264"/>
        </pc:sldMkLst>
        <pc:spChg chg="mod">
          <ac:chgData name="Daha, Abdallah" userId="ae9e2865-e558-47ce-8938-8942004acd9c" providerId="ADAL" clId="{C1EC04BC-7116-49A5-9CC9-6BDA7001E097}" dt="2026-04-05T20:56:41.639" v="247"/>
          <ac:spMkLst>
            <pc:docMk/>
            <pc:sldMk cId="2435162109" sldId="264"/>
            <ac:spMk id="5" creationId="{00000000-0000-0000-0000-000000000000}"/>
          </ac:spMkLst>
        </pc:spChg>
        <pc:spChg chg="mod">
          <ac:chgData name="Daha, Abdallah" userId="ae9e2865-e558-47ce-8938-8942004acd9c" providerId="ADAL" clId="{C1EC04BC-7116-49A5-9CC9-6BDA7001E097}" dt="2026-04-05T20:56:41.639" v="248"/>
          <ac:spMkLst>
            <pc:docMk/>
            <pc:sldMk cId="2435162109" sldId="264"/>
            <ac:spMk id="6" creationId="{00000000-0000-0000-0000-000000000000}"/>
          </ac:spMkLst>
        </pc:spChg>
        <pc:spChg chg="del">
          <ac:chgData name="Daha, Abdallah" userId="ae9e2865-e558-47ce-8938-8942004acd9c" providerId="ADAL" clId="{C1EC04BC-7116-49A5-9CC9-6BDA7001E097}" dt="2026-04-05T20:56:41.639" v="246"/>
          <ac:spMkLst>
            <pc:docMk/>
            <pc:sldMk cId="2435162109" sldId="264"/>
            <ac:spMk id="7" creationId="{FE7D1351-0A17-9D20-9A52-9757CE105A8A}"/>
          </ac:spMkLst>
        </pc:spChg>
        <pc:picChg chg="del">
          <ac:chgData name="Daha, Abdallah" userId="ae9e2865-e558-47ce-8938-8942004acd9c" providerId="ADAL" clId="{C1EC04BC-7116-49A5-9CC9-6BDA7001E097}" dt="2026-04-05T20:56:41.637" v="245"/>
          <ac:picMkLst>
            <pc:docMk/>
            <pc:sldMk cId="2435162109" sldId="264"/>
            <ac:picMk id="17" creationId="{C203094D-63DA-3407-874F-847D46175381}"/>
          </ac:picMkLst>
        </pc:picChg>
      </pc:sldChg>
      <pc:sldChg chg="add del setBg">
        <pc:chgData name="Daha, Abdallah" userId="ae9e2865-e558-47ce-8938-8942004acd9c" providerId="ADAL" clId="{C1EC04BC-7116-49A5-9CC9-6BDA7001E097}" dt="2026-04-05T20:52:34.492" v="144"/>
        <pc:sldMkLst>
          <pc:docMk/>
          <pc:sldMk cId="1532280002" sldId="265"/>
        </pc:sldMkLst>
      </pc:sldChg>
      <pc:sldChg chg="delSp modSp add del mod">
        <pc:chgData name="Daha, Abdallah" userId="ae9e2865-e558-47ce-8938-8942004acd9c" providerId="ADAL" clId="{C1EC04BC-7116-49A5-9CC9-6BDA7001E097}" dt="2026-04-05T20:57:45.310" v="256"/>
        <pc:sldMkLst>
          <pc:docMk/>
          <pc:sldMk cId="3910087238" sldId="265"/>
        </pc:sldMkLst>
        <pc:spChg chg="mod">
          <ac:chgData name="Daha, Abdallah" userId="ae9e2865-e558-47ce-8938-8942004acd9c" providerId="ADAL" clId="{C1EC04BC-7116-49A5-9CC9-6BDA7001E097}" dt="2026-04-05T20:56:41.125" v="243"/>
          <ac:spMkLst>
            <pc:docMk/>
            <pc:sldMk cId="3910087238" sldId="265"/>
            <ac:spMk id="5" creationId="{00000000-0000-0000-0000-000000000000}"/>
          </ac:spMkLst>
        </pc:spChg>
        <pc:spChg chg="mod">
          <ac:chgData name="Daha, Abdallah" userId="ae9e2865-e558-47ce-8938-8942004acd9c" providerId="ADAL" clId="{C1EC04BC-7116-49A5-9CC9-6BDA7001E097}" dt="2026-04-05T20:56:41.125" v="244"/>
          <ac:spMkLst>
            <pc:docMk/>
            <pc:sldMk cId="3910087238" sldId="265"/>
            <ac:spMk id="6" creationId="{00000000-0000-0000-0000-000000000000}"/>
          </ac:spMkLst>
        </pc:spChg>
        <pc:spChg chg="del">
          <ac:chgData name="Daha, Abdallah" userId="ae9e2865-e558-47ce-8938-8942004acd9c" providerId="ADAL" clId="{C1EC04BC-7116-49A5-9CC9-6BDA7001E097}" dt="2026-04-05T20:56:41.125" v="242"/>
          <ac:spMkLst>
            <pc:docMk/>
            <pc:sldMk cId="3910087238" sldId="265"/>
            <ac:spMk id="7" creationId="{FE7D1351-0A17-9D20-9A52-9757CE105A8A}"/>
          </ac:spMkLst>
        </pc:spChg>
        <pc:picChg chg="del">
          <ac:chgData name="Daha, Abdallah" userId="ae9e2865-e558-47ce-8938-8942004acd9c" providerId="ADAL" clId="{C1EC04BC-7116-49A5-9CC9-6BDA7001E097}" dt="2026-04-05T20:56:41.125" v="241"/>
          <ac:picMkLst>
            <pc:docMk/>
            <pc:sldMk cId="3910087238" sldId="265"/>
            <ac:picMk id="17" creationId="{C203094D-63DA-3407-874F-847D46175381}"/>
          </ac:picMkLst>
        </pc:picChg>
      </pc:sldChg>
      <pc:sldChg chg="delSp modSp add del mod">
        <pc:chgData name="Daha, Abdallah" userId="ae9e2865-e558-47ce-8938-8942004acd9c" providerId="ADAL" clId="{C1EC04BC-7116-49A5-9CC9-6BDA7001E097}" dt="2026-04-05T20:56:52.127" v="250"/>
        <pc:sldMkLst>
          <pc:docMk/>
          <pc:sldMk cId="481227714" sldId="266"/>
        </pc:sldMkLst>
        <pc:spChg chg="mod">
          <ac:chgData name="Daha, Abdallah" userId="ae9e2865-e558-47ce-8938-8942004acd9c" providerId="ADAL" clId="{C1EC04BC-7116-49A5-9CC9-6BDA7001E097}" dt="2026-04-05T20:56:40.137" v="239"/>
          <ac:spMkLst>
            <pc:docMk/>
            <pc:sldMk cId="481227714" sldId="266"/>
            <ac:spMk id="5" creationId="{00000000-0000-0000-0000-000000000000}"/>
          </ac:spMkLst>
        </pc:spChg>
        <pc:spChg chg="mod">
          <ac:chgData name="Daha, Abdallah" userId="ae9e2865-e558-47ce-8938-8942004acd9c" providerId="ADAL" clId="{C1EC04BC-7116-49A5-9CC9-6BDA7001E097}" dt="2026-04-05T20:56:40.138" v="240"/>
          <ac:spMkLst>
            <pc:docMk/>
            <pc:sldMk cId="481227714" sldId="266"/>
            <ac:spMk id="6" creationId="{00000000-0000-0000-0000-000000000000}"/>
          </ac:spMkLst>
        </pc:spChg>
        <pc:spChg chg="del">
          <ac:chgData name="Daha, Abdallah" userId="ae9e2865-e558-47ce-8938-8942004acd9c" providerId="ADAL" clId="{C1EC04BC-7116-49A5-9CC9-6BDA7001E097}" dt="2026-04-05T20:56:40.136" v="238"/>
          <ac:spMkLst>
            <pc:docMk/>
            <pc:sldMk cId="481227714" sldId="266"/>
            <ac:spMk id="7" creationId="{FE7D1351-0A17-9D20-9A52-9757CE105A8A}"/>
          </ac:spMkLst>
        </pc:spChg>
        <pc:picChg chg="del">
          <ac:chgData name="Daha, Abdallah" userId="ae9e2865-e558-47ce-8938-8942004acd9c" providerId="ADAL" clId="{C1EC04BC-7116-49A5-9CC9-6BDA7001E097}" dt="2026-04-05T20:56:40.136" v="237"/>
          <ac:picMkLst>
            <pc:docMk/>
            <pc:sldMk cId="481227714" sldId="266"/>
            <ac:picMk id="17" creationId="{C203094D-63DA-3407-874F-847D46175381}"/>
          </ac:picMkLst>
        </pc:picChg>
      </pc:sldChg>
      <pc:sldChg chg="add del">
        <pc:chgData name="Daha, Abdallah" userId="ae9e2865-e558-47ce-8938-8942004acd9c" providerId="ADAL" clId="{C1EC04BC-7116-49A5-9CC9-6BDA7001E097}" dt="2026-04-05T20:56:55.110" v="252"/>
        <pc:sldMkLst>
          <pc:docMk/>
          <pc:sldMk cId="3698240610" sldId="267"/>
        </pc:sldMkLst>
      </pc:sldChg>
      <pc:sldChg chg="add del">
        <pc:chgData name="Daha, Abdallah" userId="ae9e2865-e558-47ce-8938-8942004acd9c" providerId="ADAL" clId="{C1EC04BC-7116-49A5-9CC9-6BDA7001E097}" dt="2026-04-05T20:57:30.712" v="254"/>
        <pc:sldMkLst>
          <pc:docMk/>
          <pc:sldMk cId="1513979056" sldId="268"/>
        </pc:sldMkLst>
      </pc:sldChg>
      <pc:sldChg chg="addSp delSp modSp add mod">
        <pc:chgData name="Daha, Abdallah" userId="ae9e2865-e558-47ce-8938-8942004acd9c" providerId="ADAL" clId="{C1EC04BC-7116-49A5-9CC9-6BDA7001E097}" dt="2026-04-05T21:15:35.269" v="1029" actId="1076"/>
        <pc:sldMkLst>
          <pc:docMk/>
          <pc:sldMk cId="1639927054" sldId="269"/>
        </pc:sldMkLst>
        <pc:spChg chg="mod">
          <ac:chgData name="Daha, Abdallah" userId="ae9e2865-e558-47ce-8938-8942004acd9c" providerId="ADAL" clId="{C1EC04BC-7116-49A5-9CC9-6BDA7001E097}" dt="2026-04-05T21:14:52.840" v="1012" actId="20577"/>
          <ac:spMkLst>
            <pc:docMk/>
            <pc:sldMk cId="1639927054" sldId="269"/>
            <ac:spMk id="5" creationId="{00000000-0000-0000-0000-000000000000}"/>
          </ac:spMkLst>
        </pc:spChg>
        <pc:spChg chg="mod">
          <ac:chgData name="Daha, Abdallah" userId="ae9e2865-e558-47ce-8938-8942004acd9c" providerId="ADAL" clId="{C1EC04BC-7116-49A5-9CC9-6BDA7001E097}" dt="2026-04-05T21:14:58.800" v="1014" actId="14100"/>
          <ac:spMkLst>
            <pc:docMk/>
            <pc:sldMk cId="1639927054" sldId="269"/>
            <ac:spMk id="6" creationId="{00000000-0000-0000-0000-000000000000}"/>
          </ac:spMkLst>
        </pc:spChg>
        <pc:spChg chg="add mod">
          <ac:chgData name="Daha, Abdallah" userId="ae9e2865-e558-47ce-8938-8942004acd9c" providerId="ADAL" clId="{C1EC04BC-7116-49A5-9CC9-6BDA7001E097}" dt="2026-04-05T21:15:24.806" v="1027" actId="20577"/>
          <ac:spMkLst>
            <pc:docMk/>
            <pc:sldMk cId="1639927054" sldId="269"/>
            <ac:spMk id="7" creationId="{FE7D1351-0A17-9D20-9A52-9757CE105A8A}"/>
          </ac:spMkLst>
        </pc:spChg>
        <pc:graphicFrameChg chg="add mod modGraphic">
          <ac:chgData name="Daha, Abdallah" userId="ae9e2865-e558-47ce-8938-8942004acd9c" providerId="ADAL" clId="{C1EC04BC-7116-49A5-9CC9-6BDA7001E097}" dt="2026-04-05T21:15:15.509" v="1020" actId="1076"/>
          <ac:graphicFrameMkLst>
            <pc:docMk/>
            <pc:sldMk cId="1639927054" sldId="269"/>
            <ac:graphicFrameMk id="9" creationId="{7205D3E9-0C59-2424-D2E4-1349F2A9CB43}"/>
          </ac:graphicFrameMkLst>
        </pc:graphicFrameChg>
        <pc:picChg chg="add del mod">
          <ac:chgData name="Daha, Abdallah" userId="ae9e2865-e558-47ce-8938-8942004acd9c" providerId="ADAL" clId="{C1EC04BC-7116-49A5-9CC9-6BDA7001E097}" dt="2026-04-05T21:15:35.269" v="1029" actId="1076"/>
          <ac:picMkLst>
            <pc:docMk/>
            <pc:sldMk cId="1639927054" sldId="269"/>
            <ac:picMk id="8" creationId="{9A680001-AE3D-E04A-426C-C43EFD7C4EC3}"/>
          </ac:picMkLst>
        </pc:picChg>
      </pc:sldChg>
      <pc:sldChg chg="add del">
        <pc:chgData name="Daha, Abdallah" userId="ae9e2865-e558-47ce-8938-8942004acd9c" providerId="ADAL" clId="{C1EC04BC-7116-49A5-9CC9-6BDA7001E097}" dt="2026-04-05T20:57:47.199" v="258"/>
        <pc:sldMkLst>
          <pc:docMk/>
          <pc:sldMk cId="1204817809" sldId="270"/>
        </pc:sldMkLst>
      </pc:sldChg>
      <pc:sldChg chg="add del">
        <pc:chgData name="Daha, Abdallah" userId="ae9e2865-e558-47ce-8938-8942004acd9c" providerId="ADAL" clId="{C1EC04BC-7116-49A5-9CC9-6BDA7001E097}" dt="2026-04-05T20:58:24.219" v="260"/>
        <pc:sldMkLst>
          <pc:docMk/>
          <pc:sldMk cId="3221375177" sldId="271"/>
        </pc:sldMkLst>
      </pc:sldChg>
      <pc:sldChg chg="addSp delSp modSp add mod">
        <pc:chgData name="Daha, Abdallah" userId="ae9e2865-e558-47ce-8938-8942004acd9c" providerId="ADAL" clId="{C1EC04BC-7116-49A5-9CC9-6BDA7001E097}" dt="2026-04-05T21:16:45.600" v="1044" actId="14100"/>
        <pc:sldMkLst>
          <pc:docMk/>
          <pc:sldMk cId="2233086665" sldId="272"/>
        </pc:sldMkLst>
        <pc:spChg chg="mod">
          <ac:chgData name="Daha, Abdallah" userId="ae9e2865-e558-47ce-8938-8942004acd9c" providerId="ADAL" clId="{C1EC04BC-7116-49A5-9CC9-6BDA7001E097}" dt="2026-04-05T21:16:45.600" v="1044" actId="14100"/>
          <ac:spMkLst>
            <pc:docMk/>
            <pc:sldMk cId="2233086665" sldId="272"/>
            <ac:spMk id="6" creationId="{00000000-0000-0000-0000-000000000000}"/>
          </ac:spMkLst>
        </pc:spChg>
        <pc:picChg chg="add del mod">
          <ac:chgData name="Daha, Abdallah" userId="ae9e2865-e558-47ce-8938-8942004acd9c" providerId="ADAL" clId="{C1EC04BC-7116-49A5-9CC9-6BDA7001E097}" dt="2026-04-05T21:15:54.010" v="1031" actId="478"/>
          <ac:picMkLst>
            <pc:docMk/>
            <pc:sldMk cId="2233086665" sldId="272"/>
            <ac:picMk id="7" creationId="{01F694A2-44CA-760E-B5DA-BAE53E4A296D}"/>
          </ac:picMkLst>
        </pc:picChg>
        <pc:picChg chg="add mod">
          <ac:chgData name="Daha, Abdallah" userId="ae9e2865-e558-47ce-8938-8942004acd9c" providerId="ADAL" clId="{C1EC04BC-7116-49A5-9CC9-6BDA7001E097}" dt="2026-04-05T21:16:30.275" v="1038" actId="1076"/>
          <ac:picMkLst>
            <pc:docMk/>
            <pc:sldMk cId="2233086665" sldId="272"/>
            <ac:picMk id="9" creationId="{4625CACA-9259-4393-988E-36CB2480D7E1}"/>
          </ac:picMkLst>
        </pc:picChg>
        <pc:picChg chg="add mod">
          <ac:chgData name="Daha, Abdallah" userId="ae9e2865-e558-47ce-8938-8942004acd9c" providerId="ADAL" clId="{C1EC04BC-7116-49A5-9CC9-6BDA7001E097}" dt="2026-04-05T21:16:38.790" v="1043" actId="14100"/>
          <ac:picMkLst>
            <pc:docMk/>
            <pc:sldMk cId="2233086665" sldId="272"/>
            <ac:picMk id="13" creationId="{EC1030A9-B164-C37F-6352-D67BB24AD90B}"/>
          </ac:picMkLst>
        </pc:picChg>
      </pc:sldChg>
      <pc:sldChg chg="add del">
        <pc:chgData name="Daha, Abdallah" userId="ae9e2865-e558-47ce-8938-8942004acd9c" providerId="ADAL" clId="{C1EC04BC-7116-49A5-9CC9-6BDA7001E097}" dt="2026-04-05T20:58:40.656" v="264"/>
        <pc:sldMkLst>
          <pc:docMk/>
          <pc:sldMk cId="1404441232" sldId="273"/>
        </pc:sldMkLst>
      </pc:sldChg>
      <pc:sldChg chg="add del">
        <pc:chgData name="Daha, Abdallah" userId="ae9e2865-e558-47ce-8938-8942004acd9c" providerId="ADAL" clId="{C1EC04BC-7116-49A5-9CC9-6BDA7001E097}" dt="2026-04-05T20:59:18.745" v="319"/>
        <pc:sldMkLst>
          <pc:docMk/>
          <pc:sldMk cId="383487703" sldId="274"/>
        </pc:sldMkLst>
      </pc:sldChg>
      <pc:sldChg chg="addSp modSp add mod">
        <pc:chgData name="Daha, Abdallah" userId="ae9e2865-e558-47ce-8938-8942004acd9c" providerId="ADAL" clId="{C1EC04BC-7116-49A5-9CC9-6BDA7001E097}" dt="2026-04-05T21:26:03.140" v="1363" actId="20577"/>
        <pc:sldMkLst>
          <pc:docMk/>
          <pc:sldMk cId="3690071882" sldId="275"/>
        </pc:sldMkLst>
        <pc:spChg chg="mod">
          <ac:chgData name="Daha, Abdallah" userId="ae9e2865-e558-47ce-8938-8942004acd9c" providerId="ADAL" clId="{C1EC04BC-7116-49A5-9CC9-6BDA7001E097}" dt="2026-04-05T21:25:02.586" v="1349" actId="20577"/>
          <ac:spMkLst>
            <pc:docMk/>
            <pc:sldMk cId="3690071882" sldId="275"/>
            <ac:spMk id="5" creationId="{00000000-0000-0000-0000-000000000000}"/>
          </ac:spMkLst>
        </pc:spChg>
        <pc:spChg chg="mod">
          <ac:chgData name="Daha, Abdallah" userId="ae9e2865-e558-47ce-8938-8942004acd9c" providerId="ADAL" clId="{C1EC04BC-7116-49A5-9CC9-6BDA7001E097}" dt="2026-04-05T21:26:03.140" v="1363" actId="20577"/>
          <ac:spMkLst>
            <pc:docMk/>
            <pc:sldMk cId="3690071882" sldId="275"/>
            <ac:spMk id="6" creationId="{00000000-0000-0000-0000-000000000000}"/>
          </ac:spMkLst>
        </pc:spChg>
        <pc:picChg chg="add mod">
          <ac:chgData name="Daha, Abdallah" userId="ae9e2865-e558-47ce-8938-8942004acd9c" providerId="ADAL" clId="{C1EC04BC-7116-49A5-9CC9-6BDA7001E097}" dt="2026-04-05T21:19:40.640" v="1072" actId="1076"/>
          <ac:picMkLst>
            <pc:docMk/>
            <pc:sldMk cId="3690071882" sldId="275"/>
            <ac:picMk id="8" creationId="{99058726-E11B-8D35-E127-35C1E05F37B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1715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www.orionbms.com/manuals/utility_o2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E8A827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0" y="-274320"/>
            <a:ext cx="54864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3190405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Telemetry Driver Interface Design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3994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 algn="ctr"/>
            <a:r>
              <a:rPr lang="en-US" sz="1400" dirty="0">
                <a:solidFill>
                  <a:srgbClr val="F5C8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Display Architecture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4572000"/>
            <a:ext cx="2743200" cy="36576"/>
          </a:xfrm>
          <a:prstGeom prst="rect">
            <a:avLst/>
          </a:prstGeom>
          <a:solidFill>
            <a:srgbClr val="E8A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9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Michigan State University Solar Racing Team  |  Team #13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45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502920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LEFT PANEL — DRIVER HUD</a:t>
            </a:r>
          </a:p>
        </p:txBody>
      </p:sp>
      <p:sp>
        <p:nvSpPr>
          <p:cNvPr id="5" name="Text 2"/>
          <p:cNvSpPr/>
          <p:nvPr/>
        </p:nvSpPr>
        <p:spPr>
          <a:xfrm>
            <a:off x="731520" y="1280160"/>
            <a:ext cx="387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45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Permanent ~380px panel</a:t>
            </a:r>
          </a:p>
        </p:txBody>
      </p:sp>
      <p:sp>
        <p:nvSpPr>
          <p:cNvPr id="6" name="Text 3"/>
          <p:cNvSpPr/>
          <p:nvPr/>
        </p:nvSpPr>
        <p:spPr>
          <a:xfrm>
            <a:off x="731520" y="1502229"/>
            <a:ext cx="3873500" cy="3308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Speed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— 72px center-dominant</a:t>
            </a:r>
          </a:p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Power (kW)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directly below speed</a:t>
            </a:r>
          </a:p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Drive mode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top-left: FWD (</a:t>
            </a:r>
            <a:r>
              <a:rPr lang="en-US" sz="1050" dirty="0">
                <a:solidFill>
                  <a:srgbClr val="2E8B57"/>
                </a:solidFill>
                <a:latin typeface="Calibri" pitchFamily="34" charset="0"/>
              </a:rPr>
              <a:t>green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), REV (</a:t>
            </a:r>
            <a:r>
              <a:rPr lang="en-US" sz="1050" dirty="0">
                <a:solidFill>
                  <a:srgbClr val="D2691E"/>
                </a:solidFill>
                <a:latin typeface="Calibri" pitchFamily="34" charset="0"/>
              </a:rPr>
              <a:t>orange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), PARK (gray)</a:t>
            </a:r>
          </a:p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5 status dots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top-right: Fault (</a:t>
            </a:r>
            <a:r>
              <a:rPr lang="en-US" sz="1050" dirty="0">
                <a:solidFill>
                  <a:srgbClr val="CC0000"/>
                </a:solidFill>
                <a:latin typeface="Calibri" pitchFamily="34" charset="0"/>
              </a:rPr>
              <a:t>red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), Warn (</a:t>
            </a:r>
            <a:r>
              <a:rPr lang="en-US" sz="1050" dirty="0">
                <a:solidFill>
                  <a:srgbClr val="DAA520"/>
                </a:solidFill>
                <a:latin typeface="Calibri" pitchFamily="34" charset="0"/>
              </a:rPr>
              <a:t>yellow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), DCDC / Batt / MC (</a:t>
            </a:r>
            <a:r>
              <a:rPr lang="en-US" sz="1050" dirty="0">
                <a:solidFill>
                  <a:srgbClr val="2E8B57"/>
                </a:solidFill>
                <a:latin typeface="Calibri" pitchFamily="34" charset="0"/>
              </a:rPr>
              <a:t>green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)</a:t>
            </a:r>
          </a:p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SOC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— % number + horizontal bar</a:t>
            </a:r>
          </a:p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Throttle &amp; Regen bars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side by side at bottom (</a:t>
            </a:r>
            <a:r>
              <a:rPr lang="en-US" sz="1050" dirty="0">
                <a:solidFill>
                  <a:srgbClr val="2E8B57"/>
                </a:solidFill>
                <a:latin typeface="Calibri" pitchFamily="34" charset="0"/>
              </a:rPr>
              <a:t>green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throttle L→R, </a:t>
            </a:r>
            <a:r>
              <a:rPr lang="en-US" sz="1050" dirty="0">
                <a:solidFill>
                  <a:srgbClr val="4682B4"/>
                </a:solidFill>
                <a:latin typeface="Calibri" pitchFamily="34" charset="0"/>
              </a:rPr>
              <a:t>blue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regen R→L)</a:t>
            </a:r>
          </a:p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Odometer + 24V (</a:t>
            </a:r>
            <a:r>
              <a:rPr lang="en-US" sz="1050" b="1" dirty="0" err="1">
                <a:solidFill>
                  <a:srgbClr val="3A3A38"/>
                </a:solidFill>
                <a:latin typeface="Calibri" pitchFamily="34" charset="0"/>
              </a:rPr>
              <a:t>dcdc</a:t>
            </a: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 voltage)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tiny readouts at bottom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600" dirty="0">
                <a:solidFill>
                  <a:srgbClr val="3A3A38"/>
                </a:solidFill>
                <a:latin typeface="Calibri" pitchFamily="34" charset="0"/>
              </a:rPr>
              <a:t> 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050" b="1" dirty="0">
                <a:solidFill>
                  <a:srgbClr val="18453B"/>
                </a:solidFill>
                <a:latin typeface="Calibri" pitchFamily="34" charset="0"/>
              </a:rPr>
              <a:t>CAN Sources</a:t>
            </a:r>
          </a:p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BPS_PowerLimit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: PackV, PackI, SOC</a:t>
            </a:r>
          </a:p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Vega_VehicleStatus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: Speed, Odo, DriveMode</a:t>
            </a:r>
          </a:p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Vega_DriverInputs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: ThrottleOut, RegenOut</a:t>
            </a:r>
          </a:p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BPS_SafetyState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: status dots, mode</a:t>
            </a:r>
          </a:p>
        </p:txBody>
      </p:sp>
      <p:sp>
        <p:nvSpPr>
          <p:cNvPr id="10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845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Solar Racing Team  |  Team #13</a:t>
            </a:r>
            <a:endParaRPr lang="en-US" sz="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203094D-63DA-3407-874F-847D46175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799" y="1188720"/>
            <a:ext cx="3782967" cy="2369918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FE7D1351-0A17-9D20-9A52-9757CE105A8A}"/>
              </a:ext>
            </a:extLst>
          </p:cNvPr>
          <p:cNvSpPr/>
          <p:nvPr/>
        </p:nvSpPr>
        <p:spPr>
          <a:xfrm>
            <a:off x="3497943" y="3696789"/>
            <a:ext cx="5553709" cy="1154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Not shown requests:</a:t>
            </a:r>
          </a:p>
          <a:p>
            <a:pPr marL="628650" lvl="1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Make the 5 status dots bigger. Maybe position them under the power?</a:t>
            </a:r>
          </a:p>
          <a:p>
            <a:pPr marL="628650" lvl="1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Increase the font size of the power.</a:t>
            </a:r>
          </a:p>
          <a:p>
            <a:pPr marL="628650" lvl="1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The DCDC / Batt / MC  are checked based on voltage feedback. It would be nice to have extra dots for (contactor statuses) [0]=HV+ [1]=HV- [2]=MC [4]=</a:t>
            </a:r>
            <a:r>
              <a:rPr lang="en-US" sz="1050" dirty="0" err="1">
                <a:solidFill>
                  <a:srgbClr val="3A3A38"/>
                </a:solidFill>
                <a:latin typeface="Calibri" pitchFamily="34" charset="0"/>
              </a:rPr>
              <a:t>WC_Relay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[6]=</a:t>
            </a:r>
            <a:r>
              <a:rPr lang="en-US" sz="1050" dirty="0" err="1">
                <a:solidFill>
                  <a:srgbClr val="3A3A38"/>
                </a:solidFill>
                <a:latin typeface="Calibri" pitchFamily="34" charset="0"/>
              </a:rPr>
              <a:t>DCDC_Relay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from the </a:t>
            </a:r>
            <a:r>
              <a:rPr lang="en-US" sz="1050" dirty="0"/>
              <a:t>Relays_B0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signal on </a:t>
            </a:r>
            <a:r>
              <a:rPr lang="en-US" sz="1050" dirty="0" err="1"/>
              <a:t>BPS_SafetyState</a:t>
            </a:r>
            <a:r>
              <a:rPr lang="en-US" sz="1050" dirty="0"/>
              <a:t>  msg </a:t>
            </a:r>
          </a:p>
          <a:p>
            <a:pPr marL="628650" lvl="1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dirty="0"/>
              <a:t>As well as an automatic toggle that shows if </a:t>
            </a:r>
            <a:r>
              <a:rPr lang="en-US" sz="1050" dirty="0" err="1"/>
              <a:t>PrechargeActive</a:t>
            </a:r>
            <a:r>
              <a:rPr lang="en-US" sz="1050" dirty="0"/>
              <a:t> is on or </a:t>
            </a:r>
            <a:r>
              <a:rPr lang="en-US" sz="1050" dirty="0" err="1"/>
              <a:t>HV_Ready</a:t>
            </a:r>
            <a:r>
              <a:rPr lang="en-US" sz="1050" dirty="0"/>
              <a:t> is on </a:t>
            </a:r>
            <a:r>
              <a:rPr lang="en-US" sz="1050" dirty="0" err="1"/>
              <a:t>BPS_SafetyState</a:t>
            </a:r>
            <a:endParaRPr lang="en-US" sz="1050" dirty="0"/>
          </a:p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06887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45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502920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RIGHT PANEL — BATTERY TAB</a:t>
            </a:r>
          </a:p>
        </p:txBody>
      </p:sp>
      <p:sp>
        <p:nvSpPr>
          <p:cNvPr id="5" name="Text 2"/>
          <p:cNvSpPr/>
          <p:nvPr/>
        </p:nvSpPr>
        <p:spPr>
          <a:xfrm>
            <a:off x="731520" y="1280160"/>
            <a:ext cx="768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45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 touch tabs: Battery</a:t>
            </a:r>
          </a:p>
        </p:txBody>
      </p:sp>
      <p:sp>
        <p:nvSpPr>
          <p:cNvPr id="6" name="Text 3"/>
          <p:cNvSpPr/>
          <p:nvPr/>
        </p:nvSpPr>
        <p:spPr>
          <a:xfrm>
            <a:off x="731520" y="1737360"/>
            <a:ext cx="4014651" cy="307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0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Pack voltage &amp; current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with computed power (V × I)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High/low cell voltages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with cell IDs — crew can radio “cell 14 is running hot”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High/low temperatures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with thermistor IDs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SOH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(State of Health) and </a:t>
            </a: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cell spread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in mV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Cell range bar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— visual 2.5V–4.2V scale showing all cell positions</a:t>
            </a:r>
          </a:p>
          <a:p>
            <a:pPr marL="342900" indent="-171450">
              <a:lnSpc>
                <a:spcPct val="110000"/>
              </a:lnSpc>
              <a:spcBef>
                <a:spcPts val="50"/>
              </a:spcBef>
              <a:spcAft>
                <a:spcPts val="50"/>
              </a:spcAft>
              <a:buFont typeface="Arial"/>
              <a:buChar char="–"/>
            </a:pPr>
            <a:r>
              <a:rPr lang="en-US" sz="1050" dirty="0">
                <a:solidFill>
                  <a:srgbClr val="D2691E"/>
                </a:solidFill>
                <a:latin typeface="Calibri" pitchFamily="34" charset="0"/>
              </a:rPr>
              <a:t>Orange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tick marks show high/low cell boundaries — spreading ticks = imbalance visible at a glance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400" dirty="0">
                <a:solidFill>
                  <a:srgbClr val="3A3A38"/>
                </a:solidFill>
                <a:latin typeface="Calibri" pitchFamily="34" charset="0"/>
              </a:rPr>
              <a:t>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050" b="1" dirty="0">
                <a:solidFill>
                  <a:srgbClr val="18453B"/>
                </a:solidFill>
                <a:latin typeface="Calibri" pitchFamily="34" charset="0"/>
              </a:rPr>
              <a:t>CAN Sources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BPS_PowerLimit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: PackV, PackI, SOC, SOH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BPS_CellData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: HighCell, LowCell, CellIDs, Spread</a:t>
            </a:r>
          </a:p>
          <a:p>
            <a:pPr marL="171450" indent="-171450">
              <a:lnSpc>
                <a:spcPct val="110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BPS_TempData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: HighTemp, LowTemp, ThermistorIDs</a:t>
            </a:r>
          </a:p>
        </p:txBody>
      </p:sp>
      <p:sp>
        <p:nvSpPr>
          <p:cNvPr id="10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845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Solar Racing Team  |  Team #13</a:t>
            </a:r>
            <a:endParaRPr lang="en-US" sz="8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E7D1351-0A17-9D20-9A52-9757CE105A8A}"/>
              </a:ext>
            </a:extLst>
          </p:cNvPr>
          <p:cNvSpPr/>
          <p:nvPr/>
        </p:nvSpPr>
        <p:spPr>
          <a:xfrm>
            <a:off x="4746171" y="337069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Not shown requests:</a:t>
            </a:r>
            <a:br>
              <a:rPr lang="en-US" sz="1050" b="1" dirty="0">
                <a:solidFill>
                  <a:srgbClr val="3A3A38"/>
                </a:solidFill>
                <a:latin typeface="Calibri" pitchFamily="34" charset="0"/>
              </a:rPr>
            </a:b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- 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Add a Cell Balancing Active under Cell Voltage Range that turns (</a:t>
            </a:r>
            <a:r>
              <a:rPr lang="en-US" sz="1050" dirty="0">
                <a:solidFill>
                  <a:srgbClr val="2E8B57"/>
                </a:solidFill>
                <a:latin typeface="Calibri" pitchFamily="34" charset="0"/>
              </a:rPr>
              <a:t>green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) based on Bit #3 (0x08) in the Failsafe Statuses message. That message has the name </a:t>
            </a:r>
            <a:r>
              <a:rPr lang="en-US" sz="1050" dirty="0" err="1">
                <a:solidFill>
                  <a:srgbClr val="3A3A38"/>
                </a:solidFill>
                <a:latin typeface="Calibri" pitchFamily="34" charset="0"/>
              </a:rPr>
              <a:t>R_BMS_Fault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on the vehicle can bus.  See </a:t>
            </a:r>
            <a:r>
              <a:rPr lang="en-US" sz="1050" dirty="0">
                <a:hlinkClick r:id="rId4"/>
              </a:rPr>
              <a:t>Orion BMS 2 Utility Manual</a:t>
            </a:r>
            <a:r>
              <a:rPr lang="en-US" sz="1050" dirty="0"/>
              <a:t> 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</a:t>
            </a:r>
          </a:p>
          <a:p>
            <a:pPr marL="171450" indent="-171450">
              <a:lnSpc>
                <a:spcPct val="105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Also add: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80001-AE3D-E04A-426C-C43EFD7C4E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6163" y="1132587"/>
            <a:ext cx="3280637" cy="2055223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05D3E9-0C59-2424-D2E4-1349F2A9C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741105"/>
              </p:ext>
            </p:extLst>
          </p:nvPr>
        </p:nvGraphicFramePr>
        <p:xfrm>
          <a:off x="5667828" y="3971290"/>
          <a:ext cx="3303993" cy="8801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6412">
                  <a:extLst>
                    <a:ext uri="{9D8B030D-6E8A-4147-A177-3AD203B41FA5}">
                      <a16:colId xmlns:a16="http://schemas.microsoft.com/office/drawing/2014/main" val="407050500"/>
                    </a:ext>
                  </a:extLst>
                </a:gridCol>
                <a:gridCol w="1487581">
                  <a:extLst>
                    <a:ext uri="{9D8B030D-6E8A-4147-A177-3AD203B41FA5}">
                      <a16:colId xmlns:a16="http://schemas.microsoft.com/office/drawing/2014/main" val="210725708"/>
                    </a:ext>
                  </a:extLst>
                </a:gridCol>
              </a:tblGrid>
              <a:tr h="925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 err="1">
                          <a:effectLst/>
                        </a:rPr>
                        <a:t>R_BMS_Energy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PackAh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82637669"/>
                  </a:ext>
                </a:extLst>
              </a:tr>
              <a:tr h="925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R_BMS_Energy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 err="1">
                          <a:effectLst/>
                        </a:rPr>
                        <a:t>TotalCap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99609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R_BMS_Energy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DOD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00751781"/>
                  </a:ext>
                </a:extLst>
              </a:tr>
              <a:tr h="925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R_BMS_AdaptEnergy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 err="1">
                          <a:effectLst/>
                        </a:rPr>
                        <a:t>AdaptSOC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68818422"/>
                  </a:ext>
                </a:extLst>
              </a:tr>
              <a:tr h="925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R_BMS_AdaptEnergy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AdaptAh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28409727"/>
                  </a:ext>
                </a:extLst>
              </a:tr>
              <a:tr h="925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R_BMS_AdaptEnergy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u="none" strike="noStrike" dirty="0" err="1">
                          <a:effectLst/>
                        </a:rPr>
                        <a:t>AdaptCap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2259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92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45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502920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RIGHT PANEL — SOLAR/MOTOR &amp; GPS</a:t>
            </a:r>
          </a:p>
        </p:txBody>
      </p:sp>
      <p:sp>
        <p:nvSpPr>
          <p:cNvPr id="5" name="Text 2"/>
          <p:cNvSpPr/>
          <p:nvPr/>
        </p:nvSpPr>
        <p:spPr>
          <a:xfrm>
            <a:off x="731520" y="1280160"/>
            <a:ext cx="768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45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Solar / Motor Tab</a:t>
            </a:r>
          </a:p>
        </p:txBody>
      </p:sp>
      <p:sp>
        <p:nvSpPr>
          <p:cNvPr id="6" name="Text 3"/>
          <p:cNvSpPr/>
          <p:nvPr/>
        </p:nvSpPr>
        <p:spPr>
          <a:xfrm>
            <a:off x="731519" y="1737360"/>
            <a:ext cx="4631509" cy="307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DAA520"/>
                </a:solidFill>
                <a:latin typeface="Calibri" pitchFamily="34" charset="0"/>
              </a:rPr>
              <a:t>Total solar power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displayed in gold at top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4 MPPT bars (A/B/C/D)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with individual wattages — short bar = shaded panel or faulted MPPT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Right half: </a:t>
            </a: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Motor RPM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, motor current, controller temp, motor temp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Net power calc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(Solar − Motor): </a:t>
            </a:r>
            <a:r>
              <a:rPr lang="en-US" sz="1050" dirty="0">
                <a:solidFill>
                  <a:srgbClr val="CC0000"/>
                </a:solidFill>
                <a:latin typeface="Calibri" pitchFamily="34" charset="0"/>
              </a:rPr>
              <a:t>red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if negative, </a:t>
            </a:r>
            <a:r>
              <a:rPr lang="en-US" sz="1050" dirty="0">
                <a:solidFill>
                  <a:srgbClr val="2E8B57"/>
                </a:solidFill>
                <a:latin typeface="Calibri" pitchFamily="34" charset="0"/>
              </a:rPr>
              <a:t>green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if positive — </a:t>
            </a:r>
            <a:r>
              <a:rPr lang="en-US" sz="1050" i="1" dirty="0">
                <a:solidFill>
                  <a:srgbClr val="3A3A38"/>
                </a:solidFill>
                <a:latin typeface="Calibri" pitchFamily="34" charset="0"/>
              </a:rPr>
              <a:t>most useful number for strategy team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400" dirty="0">
                <a:solidFill>
                  <a:srgbClr val="3A3A38"/>
                </a:solidFill>
                <a:latin typeface="Calibri" pitchFamily="34" charset="0"/>
              </a:rPr>
              <a:t> </a:t>
            </a:r>
          </a:p>
          <a:p>
            <a:pPr marL="0" indent="0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18453B"/>
                </a:solidFill>
                <a:latin typeface="Arial Black" pitchFamily="34" charset="0"/>
              </a:rPr>
              <a:t>GPS / Trip Tab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GPS ground speed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— cross-reference with motor-derived speed on left panel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Heading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with cardinal direction, </a:t>
            </a: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altitude MSL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(matters for hilly ASC segments)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Satellite count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with fix type, </a:t>
            </a: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odometer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, </a:t>
            </a: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UTC time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Raw lat/lon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for race timing checkpoints</a:t>
            </a:r>
          </a:p>
        </p:txBody>
      </p:sp>
      <p:sp>
        <p:nvSpPr>
          <p:cNvPr id="10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845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Solar Racing Team  |  Team #13</a:t>
            </a:r>
            <a:endParaRPr lang="en-US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5CACA-9259-4393-988E-36CB2480D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286" y="1005840"/>
            <a:ext cx="3062514" cy="19169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1030A9-B164-C37F-6352-D67BB24AD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286" y="2952487"/>
            <a:ext cx="3062514" cy="191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08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45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502920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FAULT OVERLAY &amp; WARNING STATE</a:t>
            </a:r>
          </a:p>
        </p:txBody>
      </p:sp>
      <p:sp>
        <p:nvSpPr>
          <p:cNvPr id="5" name="Text 2"/>
          <p:cNvSpPr/>
          <p:nvPr/>
        </p:nvSpPr>
        <p:spPr>
          <a:xfrm>
            <a:off x="731520" y="1051560"/>
            <a:ext cx="7683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Fault Overlay</a:t>
            </a:r>
          </a:p>
        </p:txBody>
      </p:sp>
      <p:sp>
        <p:nvSpPr>
          <p:cNvPr id="6" name="Text 3"/>
          <p:cNvSpPr/>
          <p:nvPr/>
        </p:nvSpPr>
        <p:spPr>
          <a:xfrm>
            <a:off x="326571" y="1737360"/>
            <a:ext cx="4428309" cy="307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Triggered when </a:t>
            </a: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BPS_SafetyState.FaultCode != 0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— covers ONLY THE RIGHT PORTION of display (not both panels) (</a:t>
            </a:r>
            <a:r>
              <a:rPr lang="en-US" sz="1050" dirty="0" err="1">
                <a:solidFill>
                  <a:srgbClr val="3A3A38"/>
                </a:solidFill>
                <a:latin typeface="Calibri" pitchFamily="34" charset="0"/>
              </a:rPr>
              <a:t>wt’s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shown cover both but I changed my mind)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CC0000"/>
                </a:solidFill>
                <a:latin typeface="Calibri" pitchFamily="34" charset="0"/>
              </a:rPr>
              <a:t>Red background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, </a:t>
            </a: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white text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— maximum contrast for immediate visibility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Shows: </a:t>
            </a: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fault name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(mapped from 14 codes), </a:t>
            </a: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fault code #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, subtitle (e.g., “HV contactors will open”)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Grace timer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countdown in large numerals, </a:t>
            </a: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derate %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, throttle limit raw (e.g., “184 / 255”)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Grace timer and derate with throttle limited are only shown when the vehicle is in LIMP mode from </a:t>
            </a:r>
            <a:r>
              <a:rPr lang="en-US" sz="1050" dirty="0" err="1"/>
              <a:t>VegaState</a:t>
            </a:r>
            <a:r>
              <a:rPr lang="en-US" sz="1050" dirty="0"/>
              <a:t> on </a:t>
            </a:r>
            <a:r>
              <a:rPr lang="en-US" sz="1050" dirty="0" err="1"/>
              <a:t>Vega_SafetyState</a:t>
            </a:r>
            <a:r>
              <a:rPr lang="en-US" sz="1050" dirty="0"/>
              <a:t> msg as well as </a:t>
            </a:r>
            <a:r>
              <a:rPr lang="en-US" sz="1050" dirty="0" err="1"/>
              <a:t>SafetyState</a:t>
            </a:r>
            <a:r>
              <a:rPr lang="en-US" sz="1050" dirty="0"/>
              <a:t> on </a:t>
            </a:r>
            <a:r>
              <a:rPr lang="en-US" sz="1050" dirty="0" err="1"/>
              <a:t>BPS_SafetyState</a:t>
            </a:r>
            <a:r>
              <a:rPr lang="en-US" sz="1050" dirty="0"/>
              <a:t> </a:t>
            </a:r>
            <a:endParaRPr lang="en-US" sz="1050" dirty="0">
              <a:solidFill>
                <a:srgbClr val="3A3A38"/>
              </a:solidFill>
              <a:latin typeface="Calibri" pitchFamily="34" charset="0"/>
            </a:endParaRP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Non-</a:t>
            </a:r>
            <a:r>
              <a:rPr lang="en-US" sz="1050" b="1" dirty="0" err="1">
                <a:solidFill>
                  <a:srgbClr val="3A3A38"/>
                </a:solidFill>
                <a:latin typeface="Calibri" pitchFamily="34" charset="0"/>
              </a:rPr>
              <a:t>dismissable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— only clears when BPS clears the fault code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en-US" sz="400" dirty="0">
                <a:solidFill>
                  <a:srgbClr val="3A3A38"/>
                </a:solidFill>
                <a:latin typeface="Calibri" pitchFamily="34" charset="0"/>
              </a:rPr>
              <a:t> </a:t>
            </a:r>
          </a:p>
          <a:p>
            <a:pPr marL="0" indent="0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1200" b="1" dirty="0">
                <a:solidFill>
                  <a:srgbClr val="DAA520"/>
                </a:solidFill>
                <a:latin typeface="Arial Black" pitchFamily="34" charset="0"/>
              </a:rPr>
              <a:t>Warning State — non-overlay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When </a:t>
            </a:r>
            <a:r>
              <a:rPr lang="en-US" sz="1050" b="1" dirty="0">
                <a:solidFill>
                  <a:srgbClr val="3A3A38"/>
                </a:solidFill>
                <a:latin typeface="Calibri" pitchFamily="34" charset="0"/>
              </a:rPr>
              <a:t>CockpitWarningYellow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is set (no hard fault)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Thick </a:t>
            </a:r>
            <a:r>
              <a:rPr lang="en-US" sz="1050" b="1" dirty="0">
                <a:solidFill>
                  <a:srgbClr val="DAA520"/>
                </a:solidFill>
                <a:latin typeface="Calibri" pitchFamily="34" charset="0"/>
              </a:rPr>
              <a:t>amber strip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at bottom of left panel: “DERATING ACTIVE — SOFT LIMIT”</a:t>
            </a:r>
          </a:p>
          <a:p>
            <a:pPr marL="171450" indent="-171450">
              <a:lnSpc>
                <a:spcPct val="108000"/>
              </a:lnSpc>
              <a:spcBef>
                <a:spcPts val="100"/>
              </a:spcBef>
              <a:spcAft>
                <a:spcPts val="50"/>
              </a:spcAft>
              <a:buFont typeface="Arial"/>
              <a:buChar char="•"/>
            </a:pPr>
            <a:r>
              <a:rPr lang="en-US" sz="1050" b="1" dirty="0">
                <a:solidFill>
                  <a:srgbClr val="DAA520"/>
                </a:solidFill>
                <a:latin typeface="Calibri" pitchFamily="34" charset="0"/>
              </a:rPr>
              <a:t>Yellow status dot</a:t>
            </a:r>
            <a:r>
              <a:rPr lang="en-US" sz="1050" dirty="0">
                <a:solidFill>
                  <a:srgbClr val="3A3A38"/>
                </a:solidFill>
                <a:latin typeface="Calibri" pitchFamily="34" charset="0"/>
              </a:rPr>
              <a:t> lights up; driver can still see everything and use all tabs</a:t>
            </a:r>
          </a:p>
        </p:txBody>
      </p:sp>
      <p:sp>
        <p:nvSpPr>
          <p:cNvPr id="10" name="Shape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845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MSU Solar Racing Team  |  Team #13</a:t>
            </a:r>
            <a:endParaRPr lang="en-US" sz="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058726-E11B-8D35-E127-35C1E05F3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566817"/>
            <a:ext cx="4284866" cy="268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71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79617EC-BC41-4C3B-BBFD-6E1059FBD4E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29f94de-4e39-48d8-9f8e-089aa8eefdb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DD74AF932BAE459B153B1D61DBCF9D" ma:contentTypeVersion="18" ma:contentTypeDescription="Create a new document." ma:contentTypeScope="" ma:versionID="cffef488f69eb1d70e1a49529d2a3c1c">
  <xsd:schema xmlns:xsd="http://www.w3.org/2001/XMLSchema" xmlns:xs="http://www.w3.org/2001/XMLSchema" xmlns:p="http://schemas.microsoft.com/office/2006/metadata/properties" xmlns:ns2="b8434af7-cc2f-43bd-92a1-ce8605664b52" xmlns:ns3="ccd9ae6a-b130-42d0-8cce-2ca257b82903" targetNamespace="http://schemas.microsoft.com/office/2006/metadata/properties" ma:root="true" ma:fieldsID="55cf1971b12bea99ecbbf6942f4c08be" ns2:_="" ns3:_="">
    <xsd:import namespace="b8434af7-cc2f-43bd-92a1-ce8605664b52"/>
    <xsd:import namespace="ccd9ae6a-b130-42d0-8cce-2ca257b829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FolderTyp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SearchProperties" minOccurs="0"/>
                <xsd:element ref="ns2:DragCoefficient" minOccurs="0"/>
                <xsd:element ref="ns2:No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434af7-cc2f-43bd-92a1-ce8605664b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FolderType" ma:index="11" nillable="true" ma:displayName="Folder Type" ma:format="Dropdown" ma:internalName="FolderType">
      <xsd:simpleType>
        <xsd:restriction base="dms:Text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d816ea-8460-453a-b1af-cd753e23c0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ragCoefficient" ma:index="24" nillable="true" ma:displayName="Drag Coefficient" ma:format="Dropdown" ma:internalName="DragCoefficient" ma:percentage="FALSE">
      <xsd:simpleType>
        <xsd:restriction base="dms:Number"/>
      </xsd:simpleType>
    </xsd:element>
    <xsd:element name="Note" ma:index="25" nillable="true" ma:displayName="Note" ma:format="Dropdown" ma:internalName="Not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d9ae6a-b130-42d0-8cce-2ca257b8290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b82599e-199a-4b4c-8d2d-687184f39c90}" ma:internalName="TaxCatchAll" ma:showField="CatchAllData" ma:web="ccd9ae6a-b130-42d0-8cce-2ca257b829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cd9ae6a-b130-42d0-8cce-2ca257b82903" xsi:nil="true"/>
    <DragCoefficient xmlns="b8434af7-cc2f-43bd-92a1-ce8605664b52" xsi:nil="true"/>
    <Note xmlns="b8434af7-cc2f-43bd-92a1-ce8605664b52" xsi:nil="true"/>
    <FolderType xmlns="b8434af7-cc2f-43bd-92a1-ce8605664b52" xsi:nil="true"/>
    <lcf76f155ced4ddcb4097134ff3c332f xmlns="b8434af7-cc2f-43bd-92a1-ce8605664b5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1D242B3-88D5-4CAB-BF26-D44338EC9A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434af7-cc2f-43bd-92a1-ce8605664b52"/>
    <ds:schemaRef ds:uri="ccd9ae6a-b130-42d0-8cce-2ca257b829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32CA88D-65F1-4B1B-9B2D-D5A214D3CA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473073-2D2B-497F-BB31-128EF3FCF5BA}">
  <ds:schemaRefs>
    <ds:schemaRef ds:uri="http://purl.org/dc/terms/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ccd9ae6a-b130-42d0-8cce-2ca257b82903"/>
    <ds:schemaRef ds:uri="b8434af7-cc2f-43bd-92a1-ce8605664b52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828</Words>
  <Application>Microsoft Office PowerPoint</Application>
  <PresentationFormat>On-screen Show (16:9)</PresentationFormat>
  <Paragraphs>84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MSU Solar Racing Team – Presentation Template</dc:title>
  <dc:subject>PptxGenJS Presentation</dc:subject>
  <dc:creator>MSU Solar Racing Team</dc:creator>
  <cp:lastModifiedBy>Daha, Abdallah</cp:lastModifiedBy>
  <cp:revision>3</cp:revision>
  <dcterms:created xsi:type="dcterms:W3CDTF">2026-04-05T06:41:43Z</dcterms:created>
  <dcterms:modified xsi:type="dcterms:W3CDTF">2026-04-05T21:26:21Z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0x010100F9DD74AF932BAE459B153B1D61DBCF9D</vt:lpwstr>
  </property>
  <property fmtid="{D5CDD505-2E9C-101B-9397-08002B2CF9AE}" pid="3" name="MediaServiceImageTags">
    <vt:lpwstr/>
  </property>
</Properties>
</file>